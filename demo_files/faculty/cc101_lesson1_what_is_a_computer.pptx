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1: What Is a Computer?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CC101 Introduction to Computing - Alan Turing</a:t>
            </a:r>
          </a:p>
          <a:p>
            <a:r>
              <a:t>Sample lesson for system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computer is...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An electronic device that accepts input, processes data, stores it, and produces output</a:t>
            </a:r>
          </a:p>
          <a:p>
            <a:pPr>
              <a:defRPr sz="2400"/>
            </a:pPr>
            <a:r>
              <a:t>Follows instructions called programs</a:t>
            </a:r>
          </a:p>
          <a:p>
            <a:pPr>
              <a:defRPr sz="2400"/>
            </a:pPr>
            <a:r>
              <a:t>Works with data represented in binary (0 and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four basic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Input - keyboard, mouse, scanner</a:t>
            </a:r>
          </a:p>
          <a:p>
            <a:pPr>
              <a:defRPr sz="2400"/>
            </a:pPr>
            <a:r>
              <a:t>Processing - the CPU performs calculations and decisions</a:t>
            </a:r>
          </a:p>
          <a:p>
            <a:pPr>
              <a:defRPr sz="2400"/>
            </a:pPr>
            <a:r>
              <a:t>Storage - RAM (temporary) and SSD/HDD (permanent)</a:t>
            </a:r>
          </a:p>
          <a:p>
            <a:pPr>
              <a:defRPr sz="2400"/>
            </a:pPr>
            <a:r>
              <a:t>Output - monitor, printer, speakers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vs.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Hardware: the physical parts you can touch</a:t>
            </a:r>
          </a:p>
          <a:p>
            <a:pPr>
              <a:defRPr sz="2400"/>
            </a:pPr>
            <a:r>
              <a:t>Software: the programs that tell the hardware what to do</a:t>
            </a:r>
          </a:p>
          <a:p>
            <a:pPr>
              <a:defRPr sz="2400"/>
            </a:pPr>
            <a:r>
              <a:t>System software (operating systems) vs. application software (apps)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 systems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Decimal (base 10): 0-9</a:t>
            </a:r>
          </a:p>
          <a:p>
            <a:pPr>
              <a:defRPr sz="2400"/>
            </a:pPr>
            <a:r>
              <a:t>Binary (base 2): 0 and 1</a:t>
            </a:r>
          </a:p>
          <a:p>
            <a:pPr>
              <a:defRPr sz="2400"/>
            </a:pPr>
            <a:r>
              <a:t>Example: 13 in decimal = 1101 in binary</a:t>
            </a:r>
          </a:p>
          <a:p>
            <a:pPr>
              <a:defRPr sz="2400"/>
            </a:pPr>
            <a:r>
              <a:t>Next meeting: converting between number systems (Assignment 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